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4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E3C0FE-10C8-EC43-D1D1-53B1059E4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0" y="898641"/>
            <a:ext cx="14282355" cy="7151633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016E04D8-254E-D7E1-D67B-B7A424E18B9E}"/>
              </a:ext>
            </a:extLst>
          </p:cNvPr>
          <p:cNvSpPr/>
          <p:nvPr/>
        </p:nvSpPr>
        <p:spPr>
          <a:xfrm>
            <a:off x="13678886" y="4603533"/>
            <a:ext cx="725213" cy="8355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B8141-0FB5-3908-7537-F21F458B3235}"/>
              </a:ext>
            </a:extLst>
          </p:cNvPr>
          <p:cNvSpPr txBox="1"/>
          <p:nvPr/>
        </p:nvSpPr>
        <p:spPr>
          <a:xfrm>
            <a:off x="3862551" y="21318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kern="100" dirty="0">
                <a:solidFill>
                  <a:srgbClr val="FFC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Transformer-based Topic Modeling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639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3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shahali</cp:lastModifiedBy>
  <cp:revision>342</cp:revision>
  <dcterms:created xsi:type="dcterms:W3CDTF">2025-12-19T14:36:11Z</dcterms:created>
  <dcterms:modified xsi:type="dcterms:W3CDTF">2026-01-01T07:22:50Z</dcterms:modified>
</cp:coreProperties>
</file>